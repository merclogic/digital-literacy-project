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5113000" cy="10693400"/>
  <p:notesSz cx="6858000" cy="9144000"/>
  <p:embeddedFontLst>
    <p:embeddedFont>
      <p:font typeface="Beth Ellen" panose="020B0604020202020204" charset="0"/>
      <p:regular r:id="rId6"/>
    </p:embeddedFont>
    <p:embeddedFont>
      <p:font typeface="Garamond" panose="02020404030301010803" pitchFamily="18" charset="0"/>
      <p:regular r:id="rId7"/>
      <p:bold r:id="rId8"/>
      <p:italic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  <p:embeddedFont>
      <p:font typeface="TAN Mon Cheri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C383A6-B18C-426A-BE07-E4ED95991049}" v="16" dt="2026-03-31T11:57:04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2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Singh" userId="e5b3419752ea0852" providerId="LiveId" clId="{AFA2F63D-807D-46AD-BF4A-04B2E32611BD}"/>
    <pc:docChg chg="undo custSel addSld delSld modSld">
      <pc:chgData name="Ayush Singh" userId="e5b3419752ea0852" providerId="LiveId" clId="{AFA2F63D-807D-46AD-BF4A-04B2E32611BD}" dt="2026-03-31T11:58:59.778" v="120" actId="20577"/>
      <pc:docMkLst>
        <pc:docMk/>
      </pc:docMkLst>
      <pc:sldChg chg="addSp modSp mod modClrScheme chgLayout">
        <pc:chgData name="Ayush Singh" userId="e5b3419752ea0852" providerId="LiveId" clId="{AFA2F63D-807D-46AD-BF4A-04B2E32611BD}" dt="2026-03-31T11:56:52.186" v="57" actId="404"/>
        <pc:sldMkLst>
          <pc:docMk/>
          <pc:sldMk cId="0" sldId="256"/>
        </pc:sldMkLst>
        <pc:spChg chg="mod">
          <ac:chgData name="Ayush Singh" userId="e5b3419752ea0852" providerId="LiveId" clId="{AFA2F63D-807D-46AD-BF4A-04B2E32611BD}" dt="2026-03-31T11:56:38.347" v="49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yush Singh" userId="e5b3419752ea0852" providerId="LiveId" clId="{AFA2F63D-807D-46AD-BF4A-04B2E32611BD}" dt="2026-03-31T11:56:47.974" v="54" actId="1076"/>
          <ac:spMkLst>
            <pc:docMk/>
            <pc:sldMk cId="0" sldId="256"/>
            <ac:spMk id="3" creationId="{00000000-0000-0000-0000-000000000000}"/>
          </ac:spMkLst>
        </pc:spChg>
        <pc:spChg chg="add mod ord">
          <ac:chgData name="Ayush Singh" userId="e5b3419752ea0852" providerId="LiveId" clId="{AFA2F63D-807D-46AD-BF4A-04B2E32611BD}" dt="2026-03-31T11:56:52.186" v="57" actId="404"/>
          <ac:spMkLst>
            <pc:docMk/>
            <pc:sldMk cId="0" sldId="256"/>
            <ac:spMk id="4" creationId="{8EA2BF73-89B9-B72B-2BBF-789CA7879CAB}"/>
          </ac:spMkLst>
        </pc:spChg>
      </pc:sldChg>
      <pc:sldChg chg="addSp delSp modSp mod modClrScheme chgLayout">
        <pc:chgData name="Ayush Singh" userId="e5b3419752ea0852" providerId="LiveId" clId="{AFA2F63D-807D-46AD-BF4A-04B2E32611BD}" dt="2026-03-31T11:57:10.033" v="60" actId="5793"/>
        <pc:sldMkLst>
          <pc:docMk/>
          <pc:sldMk cId="0" sldId="257"/>
        </pc:sldMkLst>
        <pc:spChg chg="mod">
          <ac:chgData name="Ayush Singh" userId="e5b3419752ea0852" providerId="LiveId" clId="{AFA2F63D-807D-46AD-BF4A-04B2E32611BD}" dt="2026-03-31T11:54:30.690" v="11" actId="20577"/>
          <ac:spMkLst>
            <pc:docMk/>
            <pc:sldMk cId="0" sldId="257"/>
            <ac:spMk id="2" creationId="{00000000-0000-0000-0000-000000000000}"/>
          </ac:spMkLst>
        </pc:spChg>
        <pc:spChg chg="add">
          <ac:chgData name="Ayush Singh" userId="e5b3419752ea0852" providerId="LiveId" clId="{AFA2F63D-807D-46AD-BF4A-04B2E32611BD}" dt="2026-03-31T11:54:23.740" v="10"/>
          <ac:spMkLst>
            <pc:docMk/>
            <pc:sldMk cId="0" sldId="257"/>
            <ac:spMk id="3" creationId="{E3706BC3-F0E5-0E42-4B62-EED2DA8B703F}"/>
          </ac:spMkLst>
        </pc:spChg>
        <pc:spChg chg="add">
          <ac:chgData name="Ayush Singh" userId="e5b3419752ea0852" providerId="LiveId" clId="{AFA2F63D-807D-46AD-BF4A-04B2E32611BD}" dt="2026-03-31T11:54:31.964" v="12"/>
          <ac:spMkLst>
            <pc:docMk/>
            <pc:sldMk cId="0" sldId="257"/>
            <ac:spMk id="4" creationId="{73629264-C546-2D00-3C29-F996DC7FA74A}"/>
          </ac:spMkLst>
        </pc:spChg>
        <pc:spChg chg="add del mod ord">
          <ac:chgData name="Ayush Singh" userId="e5b3419752ea0852" providerId="LiveId" clId="{AFA2F63D-807D-46AD-BF4A-04B2E32611BD}" dt="2026-03-31T11:54:50.131" v="17"/>
          <ac:spMkLst>
            <pc:docMk/>
            <pc:sldMk cId="0" sldId="257"/>
            <ac:spMk id="5" creationId="{7D2106F7-1042-A815-A268-51D5C038DEB2}"/>
          </ac:spMkLst>
        </pc:spChg>
        <pc:spChg chg="add mod">
          <ac:chgData name="Ayush Singh" userId="e5b3419752ea0852" providerId="LiveId" clId="{AFA2F63D-807D-46AD-BF4A-04B2E32611BD}" dt="2026-03-31T11:57:10.033" v="60" actId="5793"/>
          <ac:spMkLst>
            <pc:docMk/>
            <pc:sldMk cId="0" sldId="257"/>
            <ac:spMk id="6" creationId="{6BDF30AF-30D2-C9E6-409C-825A4DD4BF10}"/>
          </ac:spMkLst>
        </pc:spChg>
      </pc:sldChg>
      <pc:sldChg chg="modSp mod">
        <pc:chgData name="Ayush Singh" userId="e5b3419752ea0852" providerId="LiveId" clId="{AFA2F63D-807D-46AD-BF4A-04B2E32611BD}" dt="2026-03-31T11:58:02.591" v="92" actId="1076"/>
        <pc:sldMkLst>
          <pc:docMk/>
          <pc:sldMk cId="0" sldId="258"/>
        </pc:sldMkLst>
        <pc:spChg chg="mod">
          <ac:chgData name="Ayush Singh" userId="e5b3419752ea0852" providerId="LiveId" clId="{AFA2F63D-807D-46AD-BF4A-04B2E32611BD}" dt="2026-03-31T11:58:02.591" v="92" actId="107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Ayush Singh" userId="e5b3419752ea0852" providerId="LiveId" clId="{AFA2F63D-807D-46AD-BF4A-04B2E32611BD}" dt="2026-03-31T11:58:59.778" v="120" actId="20577"/>
        <pc:sldMkLst>
          <pc:docMk/>
          <pc:sldMk cId="0" sldId="259"/>
        </pc:sldMkLst>
        <pc:spChg chg="mod">
          <ac:chgData name="Ayush Singh" userId="e5b3419752ea0852" providerId="LiveId" clId="{AFA2F63D-807D-46AD-BF4A-04B2E32611BD}" dt="2026-03-31T11:58:59.778" v="120" actId="20577"/>
          <ac:spMkLst>
            <pc:docMk/>
            <pc:sldMk cId="0" sldId="259"/>
            <ac:spMk id="2" creationId="{00000000-0000-0000-0000-000000000000}"/>
          </ac:spMkLst>
        </pc:spChg>
      </pc:sldChg>
      <pc:sldChg chg="new del">
        <pc:chgData name="Ayush Singh" userId="e5b3419752ea0852" providerId="LiveId" clId="{AFA2F63D-807D-46AD-BF4A-04B2E32611BD}" dt="2026-03-31T11:54:43.927" v="14" actId="680"/>
        <pc:sldMkLst>
          <pc:docMk/>
          <pc:sldMk cId="1494066393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5114119" cy="106934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76530" y="2825165"/>
            <a:ext cx="8774376" cy="2363109"/>
          </a:xfrm>
        </p:spPr>
        <p:txBody>
          <a:bodyPr anchor="b">
            <a:noAutofit/>
          </a:bodyPr>
          <a:lstStyle>
            <a:lvl1pPr algn="ctr">
              <a:defRPr sz="7485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6530" y="5610726"/>
            <a:ext cx="8774376" cy="2148115"/>
          </a:xfrm>
        </p:spPr>
        <p:txBody>
          <a:bodyPr anchor="t">
            <a:normAutofit/>
          </a:bodyPr>
          <a:lstStyle>
            <a:lvl1pPr marL="0" indent="0" algn="ctr">
              <a:buNone/>
              <a:defRPr sz="3119">
                <a:solidFill>
                  <a:schemeClr val="tx1"/>
                </a:solidFill>
              </a:defRPr>
            </a:lvl1pPr>
            <a:lvl2pPr marL="712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25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3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51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6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77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9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03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24786" y="7881435"/>
            <a:ext cx="1112776" cy="4356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76530" y="7881435"/>
            <a:ext cx="6718310" cy="43565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67511" y="7881435"/>
            <a:ext cx="683396" cy="43565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338323" y="5412702"/>
            <a:ext cx="84507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97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2113019" y="3674020"/>
            <a:ext cx="10900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8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3019" y="2559388"/>
            <a:ext cx="10900952" cy="2841772"/>
          </a:xfrm>
        </p:spPr>
        <p:txBody>
          <a:bodyPr anchor="b">
            <a:normAutofit/>
          </a:bodyPr>
          <a:lstStyle>
            <a:lvl1pPr algn="ctr">
              <a:defRPr sz="623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3019" y="5823614"/>
            <a:ext cx="10900952" cy="1699616"/>
          </a:xfrm>
        </p:spPr>
        <p:txBody>
          <a:bodyPr anchor="t">
            <a:normAutofit/>
          </a:bodyPr>
          <a:lstStyle>
            <a:lvl1pPr marL="0" indent="0" algn="ctr">
              <a:buNone/>
              <a:defRPr sz="3742">
                <a:solidFill>
                  <a:schemeClr val="tx1"/>
                </a:solidFill>
              </a:defRPr>
            </a:lvl1pPr>
            <a:lvl2pPr marL="71291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113021" y="5612385"/>
            <a:ext cx="1090095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67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113019" y="3674020"/>
            <a:ext cx="10900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8" y="1427248"/>
            <a:ext cx="11236796" cy="20330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098" y="3878140"/>
            <a:ext cx="5516245" cy="537521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77404" y="3878140"/>
            <a:ext cx="5516245" cy="537521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3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101" y="4145342"/>
            <a:ext cx="5516245" cy="898542"/>
          </a:xfrm>
        </p:spPr>
        <p:txBody>
          <a:bodyPr anchor="b">
            <a:noAutofit/>
          </a:bodyPr>
          <a:lstStyle>
            <a:lvl1pPr marL="0" indent="0">
              <a:buNone/>
              <a:defRPr sz="3742" b="0">
                <a:solidFill>
                  <a:schemeClr val="accent1"/>
                </a:solidFill>
              </a:defRPr>
            </a:lvl1pPr>
            <a:lvl2pPr marL="712912" indent="0">
              <a:buNone/>
              <a:defRPr sz="3119" b="1"/>
            </a:lvl2pPr>
            <a:lvl3pPr marL="1425824" indent="0">
              <a:buNone/>
              <a:defRPr sz="2807" b="1"/>
            </a:lvl3pPr>
            <a:lvl4pPr marL="2138736" indent="0">
              <a:buNone/>
              <a:defRPr sz="2495" b="1"/>
            </a:lvl4pPr>
            <a:lvl5pPr marL="2851648" indent="0">
              <a:buNone/>
              <a:defRPr sz="2495" b="1"/>
            </a:lvl5pPr>
            <a:lvl6pPr marL="3564560" indent="0">
              <a:buNone/>
              <a:defRPr sz="2495" b="1"/>
            </a:lvl6pPr>
            <a:lvl7pPr marL="4277472" indent="0">
              <a:buNone/>
              <a:defRPr sz="2495" b="1"/>
            </a:lvl7pPr>
            <a:lvl8pPr marL="4990384" indent="0">
              <a:buNone/>
              <a:defRPr sz="2495" b="1"/>
            </a:lvl8pPr>
            <a:lvl9pPr marL="5703296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5101" y="5057088"/>
            <a:ext cx="5516245" cy="42203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1917" y="4145342"/>
            <a:ext cx="5516245" cy="898542"/>
          </a:xfrm>
        </p:spPr>
        <p:txBody>
          <a:bodyPr anchor="b">
            <a:noAutofit/>
          </a:bodyPr>
          <a:lstStyle>
            <a:lvl1pPr marL="0" indent="0">
              <a:buNone/>
              <a:defRPr sz="3742" b="0">
                <a:solidFill>
                  <a:schemeClr val="accent1"/>
                </a:solidFill>
              </a:defRPr>
            </a:lvl1pPr>
            <a:lvl2pPr marL="712912" indent="0">
              <a:buNone/>
              <a:defRPr sz="3119" b="1"/>
            </a:lvl2pPr>
            <a:lvl3pPr marL="1425824" indent="0">
              <a:buNone/>
              <a:defRPr sz="2807" b="1"/>
            </a:lvl3pPr>
            <a:lvl4pPr marL="2138736" indent="0">
              <a:buNone/>
              <a:defRPr sz="2495" b="1"/>
            </a:lvl4pPr>
            <a:lvl5pPr marL="2851648" indent="0">
              <a:buNone/>
              <a:defRPr sz="2495" b="1"/>
            </a:lvl5pPr>
            <a:lvl6pPr marL="3564560" indent="0">
              <a:buNone/>
              <a:defRPr sz="2495" b="1"/>
            </a:lvl6pPr>
            <a:lvl7pPr marL="4277472" indent="0">
              <a:buNone/>
              <a:defRPr sz="2495" b="1"/>
            </a:lvl7pPr>
            <a:lvl8pPr marL="4990384" indent="0">
              <a:buNone/>
              <a:defRPr sz="2495" b="1"/>
            </a:lvl8pPr>
            <a:lvl9pPr marL="5703296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71917" y="5057088"/>
            <a:ext cx="5516245" cy="42203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113020" y="3671541"/>
            <a:ext cx="10900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91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7" y="1427248"/>
            <a:ext cx="11236798" cy="20330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113020" y="3671541"/>
            <a:ext cx="10900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40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6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6" y="2165084"/>
            <a:ext cx="4192763" cy="2138680"/>
          </a:xfrm>
        </p:spPr>
        <p:txBody>
          <a:bodyPr anchor="b">
            <a:normAutofit/>
          </a:bodyPr>
          <a:lstStyle>
            <a:lvl1pPr algn="ctr">
              <a:defRPr sz="374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9548" y="1531399"/>
            <a:ext cx="6372349" cy="763060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5096" y="4726216"/>
            <a:ext cx="4192763" cy="3802104"/>
          </a:xfrm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912" indent="0">
              <a:buNone/>
              <a:defRPr sz="1871"/>
            </a:lvl2pPr>
            <a:lvl3pPr marL="1425824" indent="0">
              <a:buNone/>
              <a:defRPr sz="1559"/>
            </a:lvl3pPr>
            <a:lvl4pPr marL="2138736" indent="0">
              <a:buNone/>
              <a:defRPr sz="1403"/>
            </a:lvl4pPr>
            <a:lvl5pPr marL="2851648" indent="0">
              <a:buNone/>
              <a:defRPr sz="1403"/>
            </a:lvl5pPr>
            <a:lvl6pPr marL="3564560" indent="0">
              <a:buNone/>
              <a:defRPr sz="1403"/>
            </a:lvl6pPr>
            <a:lvl7pPr marL="4277472" indent="0">
              <a:buNone/>
              <a:defRPr sz="1403"/>
            </a:lvl7pPr>
            <a:lvl8pPr marL="4990384" indent="0">
              <a:buNone/>
              <a:defRPr sz="1403"/>
            </a:lvl8pPr>
            <a:lvl9pPr marL="5703296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13020" y="4541394"/>
            <a:ext cx="385691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139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6" y="2937382"/>
            <a:ext cx="6003223" cy="2138680"/>
          </a:xfrm>
        </p:spPr>
        <p:txBody>
          <a:bodyPr anchor="b">
            <a:normAutofit/>
          </a:bodyPr>
          <a:lstStyle>
            <a:lvl1pPr algn="ctr">
              <a:defRPr sz="374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6462" y="1610611"/>
            <a:ext cx="4841751" cy="747218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912" indent="0">
              <a:buNone/>
              <a:defRPr sz="2495"/>
            </a:lvl2pPr>
            <a:lvl3pPr marL="1425824" indent="0">
              <a:buNone/>
              <a:defRPr sz="2495"/>
            </a:lvl3pPr>
            <a:lvl4pPr marL="2138736" indent="0">
              <a:buNone/>
              <a:defRPr sz="2495"/>
            </a:lvl4pPr>
            <a:lvl5pPr marL="2851648" indent="0">
              <a:buNone/>
              <a:defRPr sz="2495"/>
            </a:lvl5pPr>
            <a:lvl6pPr marL="3564560" indent="0">
              <a:buNone/>
              <a:defRPr sz="2495"/>
            </a:lvl6pPr>
            <a:lvl7pPr marL="4277472" indent="0">
              <a:buNone/>
              <a:defRPr sz="2495"/>
            </a:lvl7pPr>
            <a:lvl8pPr marL="4990384" indent="0">
              <a:buNone/>
              <a:defRPr sz="2495"/>
            </a:lvl8pPr>
            <a:lvl9pPr marL="5703296" indent="0">
              <a:buNone/>
              <a:defRPr sz="24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5097" y="5076063"/>
            <a:ext cx="6003221" cy="2851573"/>
          </a:xfrm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912" indent="0">
              <a:buNone/>
              <a:defRPr sz="1871"/>
            </a:lvl2pPr>
            <a:lvl3pPr marL="1425824" indent="0">
              <a:buNone/>
              <a:defRPr sz="1559"/>
            </a:lvl3pPr>
            <a:lvl4pPr marL="2138736" indent="0">
              <a:buNone/>
              <a:defRPr sz="1403"/>
            </a:lvl4pPr>
            <a:lvl5pPr marL="2851648" indent="0">
              <a:buNone/>
              <a:defRPr sz="1403"/>
            </a:lvl5pPr>
            <a:lvl6pPr marL="3564560" indent="0">
              <a:buNone/>
              <a:defRPr sz="1403"/>
            </a:lvl6pPr>
            <a:lvl7pPr marL="4277472" indent="0">
              <a:buNone/>
              <a:defRPr sz="1403"/>
            </a:lvl7pPr>
            <a:lvl8pPr marL="4990384" indent="0">
              <a:buNone/>
              <a:defRPr sz="1403"/>
            </a:lvl8pPr>
            <a:lvl9pPr marL="5703296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5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8" y="7508481"/>
            <a:ext cx="11236796" cy="883691"/>
          </a:xfrm>
        </p:spPr>
        <p:txBody>
          <a:bodyPr anchor="b">
            <a:normAutofit/>
          </a:bodyPr>
          <a:lstStyle>
            <a:lvl1pPr algn="ctr">
              <a:defRPr sz="374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96180" y="1610611"/>
            <a:ext cx="11720644" cy="524109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912" indent="0">
              <a:buNone/>
              <a:defRPr sz="2495"/>
            </a:lvl2pPr>
            <a:lvl3pPr marL="1425824" indent="0">
              <a:buNone/>
              <a:defRPr sz="2495"/>
            </a:lvl3pPr>
            <a:lvl4pPr marL="2138736" indent="0">
              <a:buNone/>
              <a:defRPr sz="2495"/>
            </a:lvl4pPr>
            <a:lvl5pPr marL="2851648" indent="0">
              <a:buNone/>
              <a:defRPr sz="2495"/>
            </a:lvl5pPr>
            <a:lvl6pPr marL="3564560" indent="0">
              <a:buNone/>
              <a:defRPr sz="2495"/>
            </a:lvl6pPr>
            <a:lvl7pPr marL="4277472" indent="0">
              <a:buNone/>
              <a:defRPr sz="2495"/>
            </a:lvl7pPr>
            <a:lvl8pPr marL="4990384" indent="0">
              <a:buNone/>
              <a:defRPr sz="2495"/>
            </a:lvl8pPr>
            <a:lvl9pPr marL="5703296" indent="0">
              <a:buNone/>
              <a:defRPr sz="24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5098" y="8392172"/>
            <a:ext cx="11236796" cy="769825"/>
          </a:xfrm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912" indent="0">
              <a:buNone/>
              <a:defRPr sz="1871"/>
            </a:lvl2pPr>
            <a:lvl3pPr marL="1425824" indent="0">
              <a:buNone/>
              <a:defRPr sz="1559"/>
            </a:lvl3pPr>
            <a:lvl4pPr marL="2138736" indent="0">
              <a:buNone/>
              <a:defRPr sz="1403"/>
            </a:lvl4pPr>
            <a:lvl5pPr marL="2851648" indent="0">
              <a:buNone/>
              <a:defRPr sz="1403"/>
            </a:lvl5pPr>
            <a:lvl6pPr marL="3564560" indent="0">
              <a:buNone/>
              <a:defRPr sz="1403"/>
            </a:lvl6pPr>
            <a:lvl7pPr marL="4277472" indent="0">
              <a:buNone/>
              <a:defRPr sz="1403"/>
            </a:lvl7pPr>
            <a:lvl8pPr marL="4990384" indent="0">
              <a:buNone/>
              <a:defRPr sz="1403"/>
            </a:lvl8pPr>
            <a:lvl9pPr marL="5703296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1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8" y="1414050"/>
            <a:ext cx="11236796" cy="4830367"/>
          </a:xfrm>
        </p:spPr>
        <p:txBody>
          <a:bodyPr anchor="ctr">
            <a:normAutofit/>
          </a:bodyPr>
          <a:lstStyle>
            <a:lvl1pPr algn="ctr">
              <a:defRPr sz="499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096" y="6666872"/>
            <a:ext cx="11236800" cy="2495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119">
                <a:solidFill>
                  <a:schemeClr val="tx1"/>
                </a:solidFill>
              </a:defRPr>
            </a:lvl1pPr>
            <a:lvl2pPr marL="71291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13020" y="6455644"/>
            <a:ext cx="10918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123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5356" y="1531398"/>
            <a:ext cx="10578191" cy="3696486"/>
          </a:xfrm>
        </p:spPr>
        <p:txBody>
          <a:bodyPr anchor="ctr">
            <a:normAutofit/>
          </a:bodyPr>
          <a:lstStyle>
            <a:lvl1pPr algn="ctr">
              <a:defRPr sz="499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644775" y="5227883"/>
            <a:ext cx="9739486" cy="10165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807"/>
            </a:lvl1pPr>
            <a:lvl2pPr marL="712912" indent="0">
              <a:buFontTx/>
              <a:buNone/>
              <a:defRPr/>
            </a:lvl2pPr>
            <a:lvl3pPr marL="1425824" indent="0">
              <a:buFontTx/>
              <a:buNone/>
              <a:defRPr/>
            </a:lvl3pPr>
            <a:lvl4pPr marL="2138736" indent="0">
              <a:buFontTx/>
              <a:buNone/>
              <a:defRPr/>
            </a:lvl4pPr>
            <a:lvl5pPr marL="2851648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093" y="6772488"/>
            <a:ext cx="11236803" cy="23895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119">
                <a:solidFill>
                  <a:schemeClr val="tx1"/>
                </a:solidFill>
              </a:defRPr>
            </a:lvl1pPr>
            <a:lvl2pPr marL="71291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404811" y="1411694"/>
            <a:ext cx="755847" cy="911817"/>
          </a:xfrm>
          <a:prstGeom prst="rect">
            <a:avLst/>
          </a:prstGeom>
        </p:spPr>
        <p:txBody>
          <a:bodyPr vert="horz" lIns="142579" tIns="71289" rIns="142579" bIns="71289" rtlCol="0" anchor="ctr">
            <a:noAutofit/>
          </a:bodyPr>
          <a:lstStyle/>
          <a:p>
            <a:pPr lvl="0"/>
            <a:r>
              <a:rPr lang="en-US" sz="11227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6485" y="4409383"/>
            <a:ext cx="755847" cy="911817"/>
          </a:xfrm>
          <a:prstGeom prst="rect">
            <a:avLst/>
          </a:prstGeom>
        </p:spPr>
        <p:txBody>
          <a:bodyPr vert="horz" lIns="142579" tIns="71289" rIns="142579" bIns="71289" rtlCol="0" anchor="ctr">
            <a:noAutofit/>
          </a:bodyPr>
          <a:lstStyle/>
          <a:p>
            <a:pPr lvl="0" algn="r"/>
            <a:r>
              <a:rPr lang="en-US" sz="11227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113020" y="6455644"/>
            <a:ext cx="10900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95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103" y="5158936"/>
            <a:ext cx="11236787" cy="2290240"/>
          </a:xfrm>
        </p:spPr>
        <p:txBody>
          <a:bodyPr anchor="b">
            <a:normAutofit/>
          </a:bodyPr>
          <a:lstStyle>
            <a:lvl1pPr algn="l">
              <a:defRPr sz="499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101" y="7449175"/>
            <a:ext cx="11236790" cy="1341587"/>
          </a:xfrm>
        </p:spPr>
        <p:txBody>
          <a:bodyPr anchor="t">
            <a:normAutofit/>
          </a:bodyPr>
          <a:lstStyle>
            <a:lvl1pPr marL="0" indent="0" algn="l">
              <a:buNone/>
              <a:defRPr sz="2807">
                <a:solidFill>
                  <a:schemeClr val="tx1"/>
                </a:solidFill>
              </a:defRPr>
            </a:lvl1pPr>
            <a:lvl2pPr marL="71291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48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452" y="1531398"/>
            <a:ext cx="10454097" cy="3498460"/>
          </a:xfrm>
        </p:spPr>
        <p:txBody>
          <a:bodyPr anchor="ctr">
            <a:normAutofit/>
          </a:bodyPr>
          <a:lstStyle>
            <a:lvl1pPr algn="ctr">
              <a:defRPr sz="499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945101" y="5674631"/>
            <a:ext cx="11236790" cy="138301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119">
                <a:solidFill>
                  <a:schemeClr val="tx1"/>
                </a:solidFill>
              </a:defRPr>
            </a:lvl1pPr>
            <a:lvl2pPr marL="71291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096" y="7062925"/>
            <a:ext cx="11236800" cy="2099075"/>
          </a:xfrm>
        </p:spPr>
        <p:txBody>
          <a:bodyPr anchor="t">
            <a:normAutofit/>
          </a:bodyPr>
          <a:lstStyle>
            <a:lvl1pPr marL="0" indent="0" algn="l">
              <a:buNone/>
              <a:defRPr sz="2495">
                <a:solidFill>
                  <a:schemeClr val="tx1"/>
                </a:solidFill>
              </a:defRPr>
            </a:lvl1pPr>
            <a:lvl2pPr marL="71291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51239" y="1398492"/>
            <a:ext cx="755847" cy="911817"/>
          </a:xfrm>
          <a:prstGeom prst="rect">
            <a:avLst/>
          </a:prstGeom>
        </p:spPr>
        <p:txBody>
          <a:bodyPr vert="horz" lIns="142579" tIns="71289" rIns="142579" bIns="71289" rtlCol="0" anchor="ctr">
            <a:noAutofit/>
          </a:bodyPr>
          <a:lstStyle/>
          <a:p>
            <a:pPr lvl="0"/>
            <a:r>
              <a:rPr lang="en-US" sz="1247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43414" y="4066124"/>
            <a:ext cx="755847" cy="911817"/>
          </a:xfrm>
          <a:prstGeom prst="rect">
            <a:avLst/>
          </a:prstGeom>
        </p:spPr>
        <p:txBody>
          <a:bodyPr vert="horz" lIns="142579" tIns="71289" rIns="142579" bIns="71289" rtlCol="0" anchor="ctr">
            <a:noAutofit/>
          </a:bodyPr>
          <a:lstStyle/>
          <a:p>
            <a:pPr lvl="0" algn="r"/>
            <a:r>
              <a:rPr lang="en-US" sz="1247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113020" y="5346700"/>
            <a:ext cx="1090095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82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097" y="1531398"/>
            <a:ext cx="11236796" cy="357766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99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945101" y="5560568"/>
            <a:ext cx="11236790" cy="1411529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119">
                <a:solidFill>
                  <a:schemeClr val="tx1"/>
                </a:solidFill>
              </a:defRPr>
            </a:lvl1pPr>
            <a:lvl2pPr marL="71291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098" y="6970514"/>
            <a:ext cx="11236796" cy="2191487"/>
          </a:xfrm>
        </p:spPr>
        <p:txBody>
          <a:bodyPr anchor="t">
            <a:normAutofit/>
          </a:bodyPr>
          <a:lstStyle>
            <a:lvl1pPr marL="0" indent="0" algn="l">
              <a:buNone/>
              <a:defRPr sz="2495">
                <a:solidFill>
                  <a:schemeClr val="tx1"/>
                </a:solidFill>
              </a:defRPr>
            </a:lvl1pPr>
            <a:lvl2pPr marL="71291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2pPr>
            <a:lvl3pPr marL="142582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73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648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56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472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38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3296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13026" y="5346700"/>
            <a:ext cx="109189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195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096" y="3882767"/>
            <a:ext cx="11236800" cy="527923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113020" y="3671541"/>
            <a:ext cx="1091895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676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06158" y="1414051"/>
            <a:ext cx="2675732" cy="77479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100" y="1414051"/>
            <a:ext cx="8124244" cy="774794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322443" y="1414051"/>
            <a:ext cx="0" cy="7747948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64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5126994" cy="106934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098" y="1427248"/>
            <a:ext cx="11236796" cy="2033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5096" y="3882767"/>
            <a:ext cx="11236800" cy="53716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06164" y="9294016"/>
            <a:ext cx="1897857" cy="435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5097" y="9294016"/>
            <a:ext cx="8436880" cy="435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28206" y="9294016"/>
            <a:ext cx="653690" cy="435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1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712912" rtl="0" eaLnBrk="1" latinLnBrk="0" hangingPunct="1">
        <a:spcBef>
          <a:spcPct val="0"/>
        </a:spcBef>
        <a:buNone/>
        <a:defRPr sz="6237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45570" indent="-445570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3742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1158482" indent="-445570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311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871394" indent="-445570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80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406078" indent="-267342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49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3118990" indent="-267342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1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921016" indent="-356456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1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4633928" indent="-356456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1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5346840" indent="-356456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1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6059752" indent="-356456" algn="l" defTabSz="712912" rtl="0" eaLnBrk="1" latinLnBrk="0" hangingPunct="1">
        <a:spcBef>
          <a:spcPct val="20000"/>
        </a:spcBef>
        <a:spcAft>
          <a:spcPts val="936"/>
        </a:spcAft>
        <a:buClr>
          <a:schemeClr val="accent1"/>
        </a:buClr>
        <a:buSzPct val="115000"/>
        <a:buFont typeface="Arial"/>
        <a:buChar char="•"/>
        <a:defRPr sz="21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912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824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736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648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560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472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384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3296" algn="l" defTabSz="71291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1900" y="1467241"/>
            <a:ext cx="12344400" cy="147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IN" sz="4400" dirty="0"/>
              <a:t>DIGITAL LITERACY: Essential Skills for the Modern Student</a:t>
            </a:r>
            <a:endParaRPr lang="en-US" sz="4117" spc="164" dirty="0">
              <a:solidFill>
                <a:srgbClr val="000000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83319" y="3898900"/>
            <a:ext cx="12746362" cy="1250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spc="144" dirty="0">
                <a:solidFill>
                  <a:srgbClr val="000000"/>
                </a:solidFill>
                <a:latin typeface="Beth Ellen"/>
                <a:ea typeface="Beth Ellen"/>
                <a:cs typeface="Beth Ellen"/>
                <a:sym typeface="Beth Ellen"/>
              </a:rPr>
              <a:t>“</a:t>
            </a:r>
            <a:r>
              <a:rPr lang="en-US" sz="3600" dirty="0"/>
              <a:t>Empowering Peers to Navigate the Digital World Safely and Responsibly </a:t>
            </a:r>
            <a:r>
              <a:rPr lang="en-US" sz="3600" spc="144" dirty="0">
                <a:solidFill>
                  <a:srgbClr val="000000"/>
                </a:solidFill>
                <a:latin typeface="Beth Ellen"/>
                <a:ea typeface="Beth Ellen"/>
                <a:cs typeface="Beth Ellen"/>
                <a:sym typeface="Beth Ellen"/>
              </a:rPr>
              <a:t>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A2BF73-89B9-B72B-2BBF-789CA787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100" y="6617553"/>
            <a:ext cx="8229600" cy="1143000"/>
          </a:xfrm>
        </p:spPr>
        <p:txBody>
          <a:bodyPr>
            <a:noAutofit/>
          </a:bodyPr>
          <a:lstStyle/>
          <a:p>
            <a:r>
              <a:rPr lang="en-US" sz="4400" b="1" dirty="0"/>
              <a:t>Prepared By:</a:t>
            </a:r>
            <a:r>
              <a:rPr lang="en-US" sz="4400" dirty="0"/>
              <a:t> Ayush Singh  </a:t>
            </a:r>
            <a:br>
              <a:rPr lang="en-US" sz="4400" dirty="0"/>
            </a:br>
            <a:r>
              <a:rPr lang="en-US" sz="4400" dirty="0"/>
              <a:t>Reg No: 25BHI10059</a:t>
            </a:r>
            <a:endParaRPr lang="en-IN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3770" y="1771103"/>
            <a:ext cx="13892928" cy="176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  <a:spcBef>
                <a:spcPct val="0"/>
              </a:spcBef>
            </a:pPr>
            <a:r>
              <a:rPr lang="en-US" sz="5012" spc="200" dirty="0">
                <a:solidFill>
                  <a:srgbClr val="FF3131"/>
                </a:solidFill>
                <a:latin typeface="TAN Mon Cheri"/>
                <a:ea typeface="TAN Mon Cheri"/>
                <a:cs typeface="TAN Mon Cheri"/>
                <a:sym typeface="TAN Mon Cheri"/>
              </a:rPr>
              <a:t>What is Digital Literacy?</a:t>
            </a:r>
          </a:p>
          <a:p>
            <a:pPr algn="ctr">
              <a:lnSpc>
                <a:spcPts val="7016"/>
              </a:lnSpc>
              <a:spcBef>
                <a:spcPct val="0"/>
              </a:spcBef>
            </a:pPr>
            <a:endParaRPr lang="en-US" sz="5012" spc="200" dirty="0">
              <a:solidFill>
                <a:srgbClr val="FF3131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DF30AF-30D2-C9E6-409C-825A4DD4B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5700" y="4127500"/>
            <a:ext cx="1303020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Core Concept: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Digital Literacy is the ability to find, evaluate, and communicate information through various digital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Pillars: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Access: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devices like laptop, mobile to find academic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Evaluate: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Distinguishing between credible information and misinformation.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Create: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Producing professional content for the academic community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5700" y="1689100"/>
            <a:ext cx="12954001" cy="474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sz="4117" spc="164" dirty="0">
                <a:solidFill>
                  <a:srgbClr val="FF3131"/>
                </a:solidFill>
                <a:latin typeface="TAN Mon Cheri"/>
                <a:ea typeface="TAN Mon Cheri"/>
                <a:cs typeface="TAN Mon Cheri"/>
                <a:sym typeface="TAN Mon Cheri"/>
              </a:rPr>
              <a:t>   </a:t>
            </a:r>
            <a:r>
              <a:rPr lang="en-US" sz="3600" spc="164" dirty="0">
                <a:solidFill>
                  <a:srgbClr val="FF3131"/>
                </a:solidFill>
                <a:latin typeface="TAN Mon Cheri"/>
                <a:ea typeface="TAN Mon Cheri"/>
                <a:cs typeface="TAN Mon Cheri"/>
                <a:sym typeface="TAN Mon Cheri"/>
              </a:rPr>
              <a:t>Why It Matters Helps in education &amp; learning</a:t>
            </a:r>
          </a:p>
          <a:p>
            <a:pPr algn="ctr">
              <a:lnSpc>
                <a:spcPts val="5764"/>
              </a:lnSpc>
              <a:spcBef>
                <a:spcPct val="0"/>
              </a:spcBef>
            </a:pPr>
            <a:endParaRPr lang="en-US" sz="4117" spc="164" dirty="0">
              <a:solidFill>
                <a:srgbClr val="FF3131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algn="ctr">
              <a:lnSpc>
                <a:spcPts val="5764"/>
              </a:lnSpc>
              <a:spcBef>
                <a:spcPct val="0"/>
              </a:spcBef>
            </a:pPr>
            <a:endParaRPr lang="en-US" sz="4117" spc="164" dirty="0">
              <a:solidFill>
                <a:srgbClr val="FF3131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>
              <a:lnSpc>
                <a:spcPts val="6604"/>
              </a:lnSpc>
              <a:spcBef>
                <a:spcPct val="0"/>
              </a:spcBef>
            </a:pPr>
            <a:r>
              <a:rPr lang="en-US" sz="3600" b="1" spc="188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. 	Improves career opportunities</a:t>
            </a:r>
          </a:p>
          <a:p>
            <a:pPr>
              <a:lnSpc>
                <a:spcPts val="6604"/>
              </a:lnSpc>
              <a:spcBef>
                <a:spcPct val="0"/>
              </a:spcBef>
            </a:pPr>
            <a:r>
              <a:rPr lang="en-US" sz="3600" b="1" spc="188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.	Keeps you safe from cyber threats</a:t>
            </a:r>
          </a:p>
          <a:p>
            <a:pPr>
              <a:lnSpc>
                <a:spcPts val="6604"/>
              </a:lnSpc>
              <a:spcBef>
                <a:spcPct val="0"/>
              </a:spcBef>
            </a:pPr>
            <a:r>
              <a:rPr lang="en-US" sz="3600" b="1" spc="188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.	Builds critical thinking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1900" y="1155700"/>
            <a:ext cx="13501675" cy="4429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3"/>
              </a:lnSpc>
              <a:spcBef>
                <a:spcPct val="0"/>
              </a:spcBef>
            </a:pPr>
            <a:r>
              <a:rPr lang="en-US" sz="4800" u="sng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Quick Tips 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800" spc="244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✔ Think before you click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800" spc="244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✔ Be responsible online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800" spc="244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 ✔ Keep learning new tools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800" spc="244" dirty="0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✔ Stay updated with Technology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141</Words>
  <Application>Microsoft Office PowerPoint</Application>
  <PresentationFormat>Custom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TAN Mon Cheri</vt:lpstr>
      <vt:lpstr>Garamond</vt:lpstr>
      <vt:lpstr>Arial</vt:lpstr>
      <vt:lpstr>Google Sans Text</vt:lpstr>
      <vt:lpstr>Poppins</vt:lpstr>
      <vt:lpstr>Beth Ellen</vt:lpstr>
      <vt:lpstr>Organic</vt:lpstr>
      <vt:lpstr>Prepared By: Ayush Singh   Reg No: 25BHI10059</vt:lpstr>
      <vt:lpstr>Core Concept: Digital Literacy is the ability to find, evaluate, and communicate information through various digital platforms. Key Pillars: Access: Using devices like laptop, mobile to find academic resources. Evaluate: Distinguishing between credible information and misinformation. Create: Producing professional content for the academic community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literacy project</dc:title>
  <cp:lastModifiedBy>Ayush Singh</cp:lastModifiedBy>
  <cp:revision>1</cp:revision>
  <dcterms:created xsi:type="dcterms:W3CDTF">2006-08-16T00:00:00Z</dcterms:created>
  <dcterms:modified xsi:type="dcterms:W3CDTF">2026-03-31T11:59:06Z</dcterms:modified>
  <dc:identifier>DAHE4WceGdg</dc:identifier>
</cp:coreProperties>
</file>